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5" r:id="rId8"/>
    <p:sldId id="266" r:id="rId9"/>
    <p:sldId id="267" r:id="rId10"/>
    <p:sldId id="269" r:id="rId11"/>
    <p:sldId id="268" r:id="rId12"/>
    <p:sldId id="274" r:id="rId13"/>
    <p:sldId id="264" r:id="rId14"/>
    <p:sldId id="275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032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D03383D-D818-B5DE-4324-8A52E6439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E81029AB-72B5-111E-2F53-45AC92750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F198D87-30CA-CEDF-1C1F-E98B5C9B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70A8E44-8CA0-CFFE-4089-1A9596D3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3EC6037-6244-9163-35A1-56F877D7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26399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4D353A4-001E-0024-4FE6-FDC5BCF5D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6846253-F52A-CB23-BDCD-22369B5C9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3FFBE79-F3C7-0311-4B99-5174FF14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0431A7D-CFD6-A32F-93F8-62FE6DBE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53B9597-00FB-B40C-EB32-232E5B6E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6261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288435D-883E-64D4-88BF-7FDE22F1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E9DA7467-0E1F-8935-F045-BAA42FFF1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20380BE-6334-DA33-2253-FBD46E7E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051596B-92C5-8D00-585D-C381D0229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33451FF-F1F1-BF09-291F-EF77DCAA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3036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4C7A9EC-EE52-6D37-BA76-CF3EC015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025E64F-FFAE-9035-F935-9690E16B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92A7471C-9B34-0219-1578-4AFDA08DB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77FBA597-D161-0BDB-D23B-AEC0BDFB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EF95FF5C-58FF-CA46-1B40-E18E3CFA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BC1B6F63-F224-0F59-EFC9-3F8B1084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7079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E0B364D-47D3-1EEC-70A8-888BEA497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1452843A-BB19-36DA-7521-041C52A36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3FB325BA-36AF-5E47-5C12-EB01EC8A8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490ABA01-3989-A615-9C07-9CF2898D5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6370D465-EE65-FDDD-B2F8-6D371F2D6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82FA2C6B-C482-D5A6-16D6-8846DFD7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E3DA4254-17A1-014F-E590-8D33CA81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47E19FF0-307F-BD66-AD74-3F7C35B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7138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E4DE5EB-099B-27F6-90B5-BFAA431A9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21898E70-E38A-48EA-4E7F-173F9DE8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65FEF3C0-CC58-1D24-57D1-E650DF99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D87F271B-3AC6-9723-D8CD-BD185A90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7227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B4612835-5878-673C-5665-0745FAAD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DB3FF6E0-CAC4-17B7-E2A5-42B8D5162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6E74767D-46BF-7678-5F43-6B1A157E1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2072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4101069-4B5E-8C10-04E8-80CCA7633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20C2B59-9E6B-E8F8-9833-FBB95AFAD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18DA8D4B-FB12-831A-F34E-D2078B653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5872BF9F-04D1-E5CE-1CA0-703013AF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CCB74890-1640-4602-1D37-8B4A08D7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D419D44B-DFBB-1FAB-90BA-74189844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1386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6AB569F-8365-3A45-5DF2-B7BC01FF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153DB8FE-4487-9FF5-1950-7B2F1449A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218EC1AD-EAFA-7121-6F64-DE0C35B4A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DD64B532-A2BE-524A-1146-F8A68559C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CAF59C90-0B49-53BF-F7C3-2992F15E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611EA7B5-B30E-BAAC-81DD-98F7F8CC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007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2B4CAA5-1F3E-1DFA-1361-AFCCAD2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49BF4066-1B82-8EFA-84B2-3399167DC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332C12B6-C749-78A6-3437-F1D73F39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E8D2F0DD-F2E2-F928-E4B8-5E94AC3E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F75FB68-8F4A-7BC0-6581-A8C8ADD2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633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30D8598A-5A81-AB08-7925-D69F168572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2EEAFA33-9BA1-7BF4-BF96-DED04FD4C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6A801CB1-E960-6C23-B6DF-9E89B776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C99E343-806B-7DAA-9172-E32E77C1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1BD77F9-56BA-FA76-2740-D1E6BCBA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7794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21D6536B-696D-3E59-BA83-2EF2B2343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B02EDFB8-E66A-80DA-A65D-CABB05327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7EF50DF-221F-71B3-DD82-323C49D8C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BD3FD-0DB1-484D-BD08-B339B34448B8}" type="datetimeFigureOut">
              <a:rPr lang="fi-FI" smtClean="0"/>
              <a:t>25.3.2025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3A60BA4-00FA-C63F-A214-FD6DF4347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5457805-6F11-5E92-FA62-D84826755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420298-8D2C-424C-BFF0-8CA3213538E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8682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B703D22-DC1F-ABEE-2D6B-A511FF7BAC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Apiprojekti</a:t>
            </a:r>
            <a:endParaRPr lang="fi-FI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C3F60101-1634-2ACC-AACB-D0F0F8E08A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Emmi Luokkakallio</a:t>
            </a:r>
          </a:p>
        </p:txBody>
      </p:sp>
    </p:spTree>
    <p:extLst>
      <p:ext uri="{BB962C8B-B14F-4D97-AF65-F5344CB8AC3E}">
        <p14:creationId xmlns:p14="http://schemas.microsoft.com/office/powerpoint/2010/main" val="35703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9562854-770B-577E-61CE-D8E16F98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Yleiskatsaus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DEA4343-259B-0B89-2729-72B71E3AE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Tämä projekti tarjoaa REST </a:t>
            </a:r>
            <a:r>
              <a:rPr lang="fi-FI" dirty="0" err="1"/>
              <a:t>API:n</a:t>
            </a:r>
            <a:r>
              <a:rPr lang="fi-FI" dirty="0"/>
              <a:t>, joka hallinnoi siivousfirman tietoja </a:t>
            </a:r>
            <a:r>
              <a:rPr lang="fi-FI" dirty="0" err="1"/>
              <a:t>SQLite</a:t>
            </a:r>
            <a:r>
              <a:rPr lang="fi-FI" dirty="0"/>
              <a:t>-tietokannassa. API mahdollistaa siivoojien tietojen hakemisen ja lisäämisen sekä poistamisen ja päivittämisen.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0923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24CAEE8-74C1-C80D-5A30-E44D4782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Aikataulu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131D208-9CB6-BEFC-73AD-5FBCA2661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Projekti on toteutettu lyhyessä ajassa, intensiivisellä työskentelyllä</a:t>
            </a:r>
          </a:p>
          <a:p>
            <a:pPr lvl="1"/>
            <a:r>
              <a:rPr lang="fi-FI" dirty="0"/>
              <a:t>24.3.2025 4h intensiivijakso</a:t>
            </a:r>
          </a:p>
          <a:p>
            <a:pPr lvl="1"/>
            <a:r>
              <a:rPr lang="fi-FI" dirty="0"/>
              <a:t>25.3.2025 6h intensiivijakso</a:t>
            </a:r>
          </a:p>
          <a:p>
            <a:pPr lvl="1"/>
            <a:r>
              <a:rPr lang="fi-FI" dirty="0"/>
              <a:t>26.3.2025 6h intensiivijakso</a:t>
            </a:r>
          </a:p>
          <a:p>
            <a:pPr lvl="1"/>
            <a:r>
              <a:rPr lang="fi-FI" dirty="0"/>
              <a:t>27.3.2025 2h viimeistely ja Projektin esittely</a:t>
            </a:r>
          </a:p>
        </p:txBody>
      </p:sp>
    </p:spTree>
    <p:extLst>
      <p:ext uri="{BB962C8B-B14F-4D97-AF65-F5344CB8AC3E}">
        <p14:creationId xmlns:p14="http://schemas.microsoft.com/office/powerpoint/2010/main" val="2852396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AFF6C3F-A48F-9F9C-CAD7-C5575D879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Teknologiat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06477DA-62DA-3602-F167-E2B7CFA54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Node.js</a:t>
            </a:r>
          </a:p>
          <a:p>
            <a:r>
              <a:rPr lang="fi-FI" dirty="0"/>
              <a:t>Express.js</a:t>
            </a:r>
          </a:p>
          <a:p>
            <a:r>
              <a:rPr lang="fi-FI" dirty="0"/>
              <a:t>SQLite3</a:t>
            </a:r>
          </a:p>
          <a:p>
            <a:r>
              <a:rPr lang="fi-FI" dirty="0" err="1"/>
              <a:t>Dotenv</a:t>
            </a:r>
            <a:endParaRPr lang="fi-FI" dirty="0"/>
          </a:p>
          <a:p>
            <a:r>
              <a:rPr lang="fi-FI" dirty="0" err="1"/>
              <a:t>Body-parser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75024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9648F9E-1E2E-C436-8761-01D643EC6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Haasteet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F747B51-054A-2C2B-D1A5-BD99548BD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Alkuhaasteena oli ymmärtää mitä tehtävässä halutaan, mitkä on vaatimukset ja kuinka lähteä sitä toteuttamaan.</a:t>
            </a:r>
          </a:p>
          <a:p>
            <a:pPr lvl="1"/>
            <a:r>
              <a:rPr lang="fi-FI" dirty="0">
                <a:sym typeface="Wingdings" panose="05000000000000000000" pitchFamily="2" charset="2"/>
              </a:rPr>
              <a:t> Keskustelu, tekoälyn hyödyntäminen</a:t>
            </a:r>
          </a:p>
          <a:p>
            <a:r>
              <a:rPr lang="fi-FI" dirty="0" err="1">
                <a:sym typeface="Wingdings" panose="05000000000000000000" pitchFamily="2" charset="2"/>
              </a:rPr>
              <a:t>JavaScriptilla</a:t>
            </a:r>
            <a:r>
              <a:rPr lang="fi-FI" dirty="0">
                <a:sym typeface="Wingdings" panose="05000000000000000000" pitchFamily="2" charset="2"/>
              </a:rPr>
              <a:t> koodaaminen ei ole vahvuus, joten se työllisti ja haastoi</a:t>
            </a:r>
          </a:p>
          <a:p>
            <a:pPr lvl="1"/>
            <a:r>
              <a:rPr lang="fi-FI" dirty="0">
                <a:sym typeface="Wingdings" panose="05000000000000000000" pitchFamily="2" charset="2"/>
              </a:rPr>
              <a:t> Dokumentaatioiden ja osaavamman tuki</a:t>
            </a:r>
          </a:p>
          <a:p>
            <a:r>
              <a:rPr lang="fi-FI" dirty="0" err="1">
                <a:sym typeface="Wingdings" panose="05000000000000000000" pitchFamily="2" charset="2"/>
              </a:rPr>
              <a:t>Curl</a:t>
            </a:r>
            <a:r>
              <a:rPr lang="fi-FI" dirty="0">
                <a:sym typeface="Wingdings" panose="05000000000000000000" pitchFamily="2" charset="2"/>
              </a:rPr>
              <a:t> komennot Windowsilla</a:t>
            </a:r>
          </a:p>
          <a:p>
            <a:pPr lvl="1"/>
            <a:r>
              <a:rPr lang="fi-FI" dirty="0">
                <a:sym typeface="Wingdings" panose="05000000000000000000" pitchFamily="2" charset="2"/>
              </a:rPr>
              <a:t> siirryttiin käyttämään </a:t>
            </a:r>
            <a:r>
              <a:rPr lang="fi-FI" dirty="0" err="1">
                <a:sym typeface="Wingdings" panose="05000000000000000000" pitchFamily="2" charset="2"/>
              </a:rPr>
              <a:t>Postman</a:t>
            </a:r>
            <a:endParaRPr lang="fi-FI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9913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8" name="Rectangle 2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B991D7E4-FB60-59A1-520F-7FACFBB7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fi-FI" sz="4000" dirty="0"/>
              <a:t>CRUD: READ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21A9C9A-D4BE-80EF-41AA-F99C786A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31" y="1797375"/>
            <a:ext cx="4646905" cy="4710429"/>
          </a:xfrm>
        </p:spPr>
        <p:txBody>
          <a:bodyPr anchor="ctr">
            <a:normAutofit/>
          </a:bodyPr>
          <a:lstStyle/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GET /</a:t>
            </a:r>
            <a:r>
              <a:rPr lang="fi-FI" sz="1400" b="0" dirty="0" err="1">
                <a:effectLst/>
              </a:rPr>
              <a:t>cleaners</a:t>
            </a:r>
            <a:r>
              <a:rPr lang="fi-FI" sz="1400" b="0" dirty="0">
                <a:effectLst/>
              </a:rPr>
              <a:t> palauttaa siivoojien tiedot.</a:t>
            </a:r>
          </a:p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Pyynnön voi rajata hakuehtojen avulla.</a:t>
            </a:r>
          </a:p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Jos hakuehtoja ei ole, palautetaan kaikkien siivoojien tiedot.</a:t>
            </a:r>
          </a:p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Jos hakuehtoja on, palautetaan vain niiden siivoojien tiedot, jotka täyttävät hakuehdot.</a:t>
            </a:r>
          </a:p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Jos hakuehtoja ei ole, palautetaan statuskoodi 200.</a:t>
            </a:r>
          </a:p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Jos hakuehtoja on, palautetaan statuskoodi 200.</a:t>
            </a:r>
          </a:p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Jos hakuehtoja ei ole, mutta tietokantaan ei saada yhteyttä, palautetaan statuskoodi 500.</a:t>
            </a:r>
          </a:p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Jos hakuehtoja on, mutta tietokantaan ei saada yhteyttä, palautetaan statuskoodi 500.</a:t>
            </a:r>
          </a:p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Jos hakuehtoja ei ole, mutta siivoojia ei löydy, palautetaan statuskoodi 404.</a:t>
            </a:r>
          </a:p>
          <a:p>
            <a:pPr>
              <a:lnSpc>
                <a:spcPts val="1425"/>
              </a:lnSpc>
            </a:pPr>
            <a:r>
              <a:rPr lang="fi-FI" sz="1400" b="0" dirty="0">
                <a:effectLst/>
              </a:rPr>
              <a:t>Jos hakuehtoja on, mutta siivoojia ei löydy, palautetaan statuskoodi 404.</a:t>
            </a:r>
          </a:p>
          <a:p>
            <a:endParaRPr lang="en-US" sz="2000" dirty="0"/>
          </a:p>
        </p:txBody>
      </p:sp>
      <p:pic>
        <p:nvPicPr>
          <p:cNvPr id="10" name="Kuva 9">
            <a:extLst>
              <a:ext uri="{FF2B5EF4-FFF2-40B4-BE49-F238E27FC236}">
                <a16:creationId xmlns:a16="http://schemas.microsoft.com/office/drawing/2014/main" id="{9C02DC7E-5A7F-3B0E-1F9B-66C884C00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987" y="0"/>
            <a:ext cx="6569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29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D654756-D03D-119B-4A7E-CEBF3BA8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CRUD: CREATE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B040447D-0E26-5F53-2A6A-CFD02B03E207}"/>
              </a:ext>
            </a:extLst>
          </p:cNvPr>
          <p:cNvSpPr txBox="1"/>
          <p:nvPr/>
        </p:nvSpPr>
        <p:spPr>
          <a:xfrm>
            <a:off x="457200" y="1355408"/>
            <a:ext cx="393192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i-FI" sz="1600" b="0" dirty="0">
                <a:effectLst/>
              </a:rPr>
              <a:t>POST /</a:t>
            </a:r>
            <a:r>
              <a:rPr lang="fi-FI" sz="1600" b="0" dirty="0" err="1">
                <a:effectLst/>
              </a:rPr>
              <a:t>cleaners</a:t>
            </a:r>
            <a:r>
              <a:rPr lang="fi-FI" sz="1600" b="0" dirty="0">
                <a:effectLst/>
              </a:rPr>
              <a:t> lisää uuden siivoojan tietokantaan.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i-FI" sz="1600" b="0" dirty="0">
                <a:effectLst/>
              </a:rPr>
              <a:t>Pyynnön rungossa tulee olla seuraavat kentät: </a:t>
            </a:r>
            <a:r>
              <a:rPr lang="fi-FI" sz="1600" b="0" dirty="0" err="1">
                <a:effectLst/>
              </a:rPr>
              <a:t>fname</a:t>
            </a:r>
            <a:r>
              <a:rPr lang="fi-FI" sz="1600" b="0" dirty="0">
                <a:effectLst/>
              </a:rPr>
              <a:t>, </a:t>
            </a:r>
            <a:r>
              <a:rPr lang="fi-FI" sz="1600" b="0" dirty="0" err="1">
                <a:effectLst/>
              </a:rPr>
              <a:t>lname</a:t>
            </a:r>
            <a:r>
              <a:rPr lang="fi-FI" sz="1600" b="0" dirty="0">
                <a:effectLst/>
              </a:rPr>
              <a:t>, </a:t>
            </a:r>
            <a:r>
              <a:rPr lang="fi-FI" sz="1600" b="0" dirty="0" err="1">
                <a:effectLst/>
              </a:rPr>
              <a:t>salgrade</a:t>
            </a:r>
            <a:r>
              <a:rPr lang="fi-FI" sz="1600" b="0" dirty="0">
                <a:effectLst/>
              </a:rPr>
              <a:t> ja </a:t>
            </a:r>
            <a:r>
              <a:rPr lang="fi-FI" sz="1600" b="0" dirty="0" err="1">
                <a:effectLst/>
              </a:rPr>
              <a:t>hire_date</a:t>
            </a:r>
            <a:r>
              <a:rPr lang="fi-FI" sz="1600" b="0" dirty="0">
                <a:effectLst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i-FI" sz="1600" b="0" dirty="0">
                <a:effectLst/>
              </a:rPr>
              <a:t>Jos jokin kenttä puuttuu, palautetaan statuskoodi 400.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i-FI" sz="1600" b="0" dirty="0">
                <a:effectLst/>
              </a:rPr>
              <a:t>Jos kaikki onnistuu, palautetaan lisätyn siivoojan tiedot JSON-muodossa ja statuskoodi 201.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i-FI" sz="1600" b="0" dirty="0">
                <a:effectLst/>
              </a:rPr>
              <a:t>Jos tietokantaan ei saada yhteyttä, palautetaan statuskoodi 500.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i-FI" sz="1600" dirty="0"/>
              <a:t>Jos vääriä parametreja, palautetaan statuskoodi 400</a:t>
            </a:r>
            <a:endParaRPr lang="fi-FI" sz="1600" b="0" dirty="0">
              <a:effectLst/>
            </a:endParaRPr>
          </a:p>
          <a:p>
            <a:pPr>
              <a:lnSpc>
                <a:spcPct val="150000"/>
              </a:lnSpc>
            </a:pPr>
            <a:endParaRPr lang="en-US" sz="1600" dirty="0"/>
          </a:p>
          <a:p>
            <a:endParaRPr lang="fi-FI" dirty="0"/>
          </a:p>
        </p:txBody>
      </p:sp>
      <p:pic>
        <p:nvPicPr>
          <p:cNvPr id="11" name="Sisällön paikkamerkki 10">
            <a:extLst>
              <a:ext uri="{FF2B5EF4-FFF2-40B4-BE49-F238E27FC236}">
                <a16:creationId xmlns:a16="http://schemas.microsoft.com/office/drawing/2014/main" id="{1991297B-15D8-8549-CECF-5A4111AA4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4697" y="652144"/>
            <a:ext cx="6499103" cy="5170645"/>
          </a:xfrm>
        </p:spPr>
      </p:pic>
    </p:spTree>
    <p:extLst>
      <p:ext uri="{BB962C8B-B14F-4D97-AF65-F5344CB8AC3E}">
        <p14:creationId xmlns:p14="http://schemas.microsoft.com/office/powerpoint/2010/main" val="4129003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D91CA11-8A6B-62C2-5A35-5FDFC03D9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00" y="365125"/>
            <a:ext cx="11209600" cy="1325563"/>
          </a:xfrm>
        </p:spPr>
        <p:txBody>
          <a:bodyPr/>
          <a:lstStyle/>
          <a:p>
            <a:r>
              <a:rPr lang="fi-FI" dirty="0"/>
              <a:t>CRUD: UPDATE 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5354DCC-C167-70AB-C5B6-63983518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20440" cy="4351338"/>
          </a:xfrm>
        </p:spPr>
        <p:txBody>
          <a:bodyPr>
            <a:normAutofit fontScale="62500" lnSpcReduction="20000"/>
          </a:bodyPr>
          <a:lstStyle/>
          <a:p>
            <a:r>
              <a:rPr lang="fi-FI"/>
              <a:t>PUT /cleaners/:id päivittää siivoojan palkkaluokan.</a:t>
            </a:r>
          </a:p>
          <a:p>
            <a:r>
              <a:rPr lang="fi-FI"/>
              <a:t>Pyynnön rungossa tulee olla kenttä salgrade.</a:t>
            </a:r>
          </a:p>
          <a:p>
            <a:r>
              <a:rPr lang="fi-FI"/>
              <a:t>Jos salgrade puuttuu, palautetaan statuskoodi 400.</a:t>
            </a:r>
          </a:p>
          <a:p>
            <a:r>
              <a:rPr lang="fi-FI"/>
              <a:t>Jos siivoojaa ei löydy, palautetaan statuskoodi 404.</a:t>
            </a:r>
          </a:p>
          <a:p>
            <a:r>
              <a:rPr lang="fi-FI"/>
              <a:t>Jos kaikki onnistuu, palautetaan päivitetyn siivoojan tiedot JSON-muodossa ja statuskoodi 200.</a:t>
            </a:r>
          </a:p>
          <a:p>
            <a:r>
              <a:rPr lang="fi-FI"/>
              <a:t>Jos tietokantaan ei saada yhteyttä, palautetaan statuskoodi 500.</a:t>
            </a:r>
            <a:endParaRPr lang="fi-FI" dirty="0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C06AC06B-843B-3314-F328-C59EF198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0" y="681037"/>
            <a:ext cx="7689160" cy="521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9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066E7BC-5CEA-81C3-57B1-A8B94EC8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365125"/>
            <a:ext cx="11064240" cy="1325563"/>
          </a:xfrm>
        </p:spPr>
        <p:txBody>
          <a:bodyPr/>
          <a:lstStyle/>
          <a:p>
            <a:r>
              <a:rPr lang="fi-FI" dirty="0"/>
              <a:t>CRUD: DELETE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4396E3E-93C4-EF96-C0A5-ADA198FD9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89305" cy="4351338"/>
          </a:xfrm>
        </p:spPr>
        <p:txBody>
          <a:bodyPr>
            <a:normAutofit fontScale="70000" lnSpcReduction="20000"/>
          </a:bodyPr>
          <a:lstStyle/>
          <a:p>
            <a:r>
              <a:rPr lang="fi-FI" b="0" dirty="0" err="1">
                <a:effectLst/>
              </a:rPr>
              <a:t>delete</a:t>
            </a:r>
            <a:r>
              <a:rPr lang="fi-FI" b="0" dirty="0">
                <a:effectLst/>
              </a:rPr>
              <a:t>/</a:t>
            </a:r>
            <a:r>
              <a:rPr lang="fi-FI" b="0" dirty="0" err="1">
                <a:effectLst/>
              </a:rPr>
              <a:t>location</a:t>
            </a:r>
            <a:r>
              <a:rPr lang="fi-FI" b="0" dirty="0">
                <a:effectLst/>
              </a:rPr>
              <a:t>/:</a:t>
            </a:r>
            <a:r>
              <a:rPr lang="fi-FI" b="0" dirty="0" err="1">
                <a:effectLst/>
              </a:rPr>
              <a:t>name</a:t>
            </a:r>
            <a:r>
              <a:rPr lang="fi-FI" b="0" dirty="0">
                <a:effectLst/>
              </a:rPr>
              <a:t> poistaa tietokannasta paikan nimen perusteella.</a:t>
            </a:r>
          </a:p>
          <a:p>
            <a:r>
              <a:rPr lang="fi-FI" b="0" dirty="0">
                <a:effectLst/>
              </a:rPr>
              <a:t>Jos nimeä ei ole annettu, palautetaan statuskoodi 400</a:t>
            </a:r>
          </a:p>
          <a:p>
            <a:r>
              <a:rPr lang="fi-FI" b="0" dirty="0">
                <a:effectLst/>
              </a:rPr>
              <a:t>Jos kaikki onnistuu, palautetaan statuskoodi 200.</a:t>
            </a:r>
          </a:p>
          <a:p>
            <a:r>
              <a:rPr lang="fi-FI" b="0" dirty="0">
                <a:effectLst/>
              </a:rPr>
              <a:t>Muussa tapauksessa palautetaan statuskoodi 500.</a:t>
            </a:r>
          </a:p>
          <a:p>
            <a:r>
              <a:rPr lang="fi-FI" b="0" dirty="0">
                <a:effectLst/>
              </a:rPr>
              <a:t>Jos paikkaa ei löydy, palautetaan statuskoodi 404.</a:t>
            </a:r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FE578ACE-4CC0-F549-84CB-5CD35D2E6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505" y="681037"/>
            <a:ext cx="8134673" cy="498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21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D7C7297-CCB9-656A-13F0-D60CB0F0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Testaus:  ENDPOINT1 </a:t>
            </a:r>
            <a:r>
              <a:rPr lang="fi-FI" dirty="0" err="1"/>
              <a:t>read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id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2430597-B29B-7AE3-C3FB-34B8C75A1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169"/>
            <a:ext cx="10515600" cy="499870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Haetaan</a:t>
            </a:r>
            <a:r>
              <a:rPr lang="en-US" dirty="0"/>
              <a:t> </a:t>
            </a:r>
            <a:r>
              <a:rPr lang="en-US" dirty="0" err="1"/>
              <a:t>siivojan</a:t>
            </a:r>
            <a:r>
              <a:rPr lang="en-US" dirty="0"/>
              <a:t> </a:t>
            </a:r>
            <a:r>
              <a:rPr lang="en-US" dirty="0" err="1"/>
              <a:t>tiedot</a:t>
            </a:r>
            <a:r>
              <a:rPr lang="en-US" dirty="0"/>
              <a:t> id </a:t>
            </a:r>
            <a:r>
              <a:rPr lang="en-US" dirty="0" err="1"/>
              <a:t>mukaan</a:t>
            </a:r>
            <a:endParaRPr lang="en-US" dirty="0"/>
          </a:p>
          <a:p>
            <a:r>
              <a:rPr lang="en-US" dirty="0" err="1"/>
              <a:t>Saadaan</a:t>
            </a:r>
            <a:r>
              <a:rPr lang="en-US" dirty="0"/>
              <a:t> id </a:t>
            </a:r>
            <a:r>
              <a:rPr lang="en-US" dirty="0" err="1"/>
              <a:t>mukaan</a:t>
            </a:r>
            <a:r>
              <a:rPr lang="en-US" dirty="0"/>
              <a:t> </a:t>
            </a:r>
            <a:r>
              <a:rPr lang="en-US" dirty="0" err="1"/>
              <a:t>tiedot</a:t>
            </a:r>
            <a:r>
              <a:rPr lang="en-US" dirty="0"/>
              <a:t> </a:t>
            </a:r>
            <a:r>
              <a:rPr lang="en-US" dirty="0" err="1"/>
              <a:t>siivoajan</a:t>
            </a:r>
            <a:r>
              <a:rPr lang="en-US" dirty="0"/>
              <a:t> </a:t>
            </a:r>
            <a:r>
              <a:rPr lang="en-US" dirty="0" err="1"/>
              <a:t>nimestä</a:t>
            </a:r>
            <a:r>
              <a:rPr lang="en-US" dirty="0"/>
              <a:t>, </a:t>
            </a:r>
            <a:r>
              <a:rPr lang="en-US" dirty="0" err="1"/>
              <a:t>palkkauspäivästä</a:t>
            </a:r>
            <a:r>
              <a:rPr lang="en-US" dirty="0"/>
              <a:t>, </a:t>
            </a:r>
            <a:r>
              <a:rPr lang="en-US" dirty="0" err="1"/>
              <a:t>palkka</a:t>
            </a:r>
            <a:r>
              <a:rPr lang="en-US" dirty="0"/>
              <a:t> (</a:t>
            </a:r>
            <a:r>
              <a:rPr lang="en-US" dirty="0" err="1"/>
              <a:t>salgrade-taulusta</a:t>
            </a:r>
            <a:r>
              <a:rPr lang="en-US" dirty="0"/>
              <a:t>), </a:t>
            </a:r>
            <a:r>
              <a:rPr lang="en-US" dirty="0" err="1"/>
              <a:t>siivouspäivästä</a:t>
            </a:r>
            <a:r>
              <a:rPr lang="en-US" dirty="0"/>
              <a:t> (schedule-</a:t>
            </a:r>
            <a:r>
              <a:rPr lang="en-US" dirty="0" err="1"/>
              <a:t>taulusta</a:t>
            </a:r>
            <a:r>
              <a:rPr lang="en-US" dirty="0"/>
              <a:t>)  ja </a:t>
            </a:r>
            <a:r>
              <a:rPr lang="en-US" dirty="0" err="1"/>
              <a:t>siivouspaikasta</a:t>
            </a:r>
            <a:r>
              <a:rPr lang="en-US" dirty="0"/>
              <a:t> (location-</a:t>
            </a:r>
            <a:r>
              <a:rPr lang="en-US" dirty="0" err="1"/>
              <a:t>taulu</a:t>
            </a:r>
            <a:r>
              <a:rPr lang="en-US" dirty="0"/>
              <a:t>) </a:t>
            </a:r>
            <a:r>
              <a:rPr lang="en-US" dirty="0" err="1"/>
              <a:t>eli</a:t>
            </a:r>
            <a:r>
              <a:rPr lang="en-US" dirty="0"/>
              <a:t> </a:t>
            </a:r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dirty="0" err="1"/>
              <a:t>käsky</a:t>
            </a:r>
            <a:r>
              <a:rPr lang="en-US" dirty="0"/>
              <a:t> </a:t>
            </a:r>
            <a:r>
              <a:rPr lang="en-US" dirty="0" err="1"/>
              <a:t>sisältää</a:t>
            </a:r>
            <a:r>
              <a:rPr lang="en-US" dirty="0"/>
              <a:t> </a:t>
            </a:r>
            <a:r>
              <a:rPr lang="en-US" dirty="0" err="1"/>
              <a:t>relaatioita</a:t>
            </a:r>
            <a:r>
              <a:rPr lang="en-US" dirty="0"/>
              <a:t> 3 </a:t>
            </a:r>
            <a:r>
              <a:rPr lang="en-US" dirty="0" err="1"/>
              <a:t>muuhun</a:t>
            </a:r>
            <a:r>
              <a:rPr lang="en-US" dirty="0"/>
              <a:t> </a:t>
            </a:r>
            <a:r>
              <a:rPr lang="en-US" dirty="0" err="1"/>
              <a:t>tauluun</a:t>
            </a:r>
            <a:r>
              <a:rPr lang="en-US" dirty="0"/>
              <a:t> (</a:t>
            </a:r>
            <a:r>
              <a:rPr lang="en-US" dirty="0" err="1"/>
              <a:t>salgrade</a:t>
            </a:r>
            <a:r>
              <a:rPr lang="en-US" dirty="0"/>
              <a:t>, location, schedule)</a:t>
            </a:r>
          </a:p>
          <a:p>
            <a:endParaRPr lang="en-US" dirty="0"/>
          </a:p>
          <a:p>
            <a:r>
              <a:rPr lang="en-US" dirty="0"/>
              <a:t>curl --location 'localhost:8080/cleaners/2’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Kun </a:t>
            </a:r>
            <a:r>
              <a:rPr lang="en-US" dirty="0" err="1"/>
              <a:t>yritetään</a:t>
            </a:r>
            <a:r>
              <a:rPr lang="en-US" dirty="0"/>
              <a:t> </a:t>
            </a:r>
            <a:r>
              <a:rPr lang="en-US" dirty="0" err="1"/>
              <a:t>lukea</a:t>
            </a:r>
            <a:r>
              <a:rPr lang="en-US" dirty="0"/>
              <a:t> </a:t>
            </a:r>
            <a:r>
              <a:rPr lang="en-US" dirty="0" err="1"/>
              <a:t>sellaisen</a:t>
            </a:r>
            <a:r>
              <a:rPr lang="en-US" dirty="0"/>
              <a:t> id </a:t>
            </a:r>
            <a:r>
              <a:rPr lang="en-US" dirty="0" err="1"/>
              <a:t>tietoja</a:t>
            </a:r>
            <a:r>
              <a:rPr lang="en-US" dirty="0"/>
              <a:t>, </a:t>
            </a:r>
            <a:r>
              <a:rPr lang="en-US" dirty="0" err="1"/>
              <a:t>joita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ole:</a:t>
            </a:r>
          </a:p>
          <a:p>
            <a:r>
              <a:rPr lang="en-US" dirty="0"/>
              <a:t>curl --location 'localhost:8080/cleaners/11’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4D3FE4B0-6D4A-D4E4-35B8-8727DE1D7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79" y="3387290"/>
            <a:ext cx="4039164" cy="2048161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E171E38F-FE29-EEF3-6E6B-0A1424695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659" y="5363831"/>
            <a:ext cx="2591162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07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FAB7831-921E-6B4E-4C4C-D0D2212B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TESTAUS endpoint2: </a:t>
            </a:r>
            <a:r>
              <a:rPr lang="fi-FI" dirty="0" err="1"/>
              <a:t>get</a:t>
            </a:r>
            <a:r>
              <a:rPr lang="fi-FI" dirty="0"/>
              <a:t> ja useampi parametri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B586460-A571-5BBE-D006-5834454A2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281"/>
            <a:ext cx="10515600" cy="4876799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Haetaan</a:t>
            </a:r>
            <a:r>
              <a:rPr lang="en-US" dirty="0"/>
              <a:t> </a:t>
            </a:r>
            <a:r>
              <a:rPr lang="en-US" dirty="0" err="1"/>
              <a:t>siivoajan</a:t>
            </a:r>
            <a:r>
              <a:rPr lang="en-US" dirty="0"/>
              <a:t> </a:t>
            </a:r>
            <a:r>
              <a:rPr lang="en-US" dirty="0" err="1"/>
              <a:t>tiedot</a:t>
            </a:r>
            <a:r>
              <a:rPr lang="en-US" dirty="0"/>
              <a:t> </a:t>
            </a:r>
            <a:r>
              <a:rPr lang="en-US" dirty="0" err="1"/>
              <a:t>eri</a:t>
            </a:r>
            <a:r>
              <a:rPr lang="en-US" dirty="0"/>
              <a:t> </a:t>
            </a:r>
            <a:r>
              <a:rPr lang="en-US" dirty="0" err="1"/>
              <a:t>parametrien</a:t>
            </a:r>
            <a:r>
              <a:rPr lang="en-US" dirty="0"/>
              <a:t> </a:t>
            </a:r>
            <a:r>
              <a:rPr lang="en-US" dirty="0" err="1"/>
              <a:t>mukaan</a:t>
            </a:r>
            <a:r>
              <a:rPr lang="en-US" dirty="0"/>
              <a:t> </a:t>
            </a:r>
            <a:r>
              <a:rPr lang="en-US" dirty="0" err="1"/>
              <a:t>joko</a:t>
            </a:r>
            <a:r>
              <a:rPr lang="en-US" dirty="0"/>
              <a:t> </a:t>
            </a:r>
            <a:r>
              <a:rPr lang="en-US" dirty="0" err="1"/>
              <a:t>yksin</a:t>
            </a:r>
            <a:r>
              <a:rPr lang="en-US" dirty="0"/>
              <a:t> tai </a:t>
            </a:r>
            <a:r>
              <a:rPr lang="en-US" dirty="0" err="1"/>
              <a:t>useammalla</a:t>
            </a:r>
            <a:r>
              <a:rPr lang="en-US" dirty="0"/>
              <a:t> </a:t>
            </a:r>
            <a:r>
              <a:rPr lang="en-US" dirty="0" err="1"/>
              <a:t>parametrilla</a:t>
            </a:r>
            <a:r>
              <a:rPr lang="en-US" dirty="0"/>
              <a:t> </a:t>
            </a:r>
            <a:r>
              <a:rPr lang="en-US" dirty="0" err="1"/>
              <a:t>kerrallaan</a:t>
            </a:r>
            <a:endParaRPr lang="en-US" dirty="0"/>
          </a:p>
          <a:p>
            <a:r>
              <a:rPr lang="en-US" dirty="0"/>
              <a:t>ILMAN parametria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tulostaa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kaikki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siivoajat</a:t>
            </a:r>
            <a:endParaRPr lang="en-US" dirty="0"/>
          </a:p>
          <a:p>
            <a:pPr lvl="1"/>
            <a:r>
              <a:rPr lang="en-US" dirty="0"/>
              <a:t>curl --location 'localhost:8080/cleaners'</a:t>
            </a:r>
          </a:p>
          <a:p>
            <a:r>
              <a:rPr lang="en-US" dirty="0"/>
              <a:t>YKSI </a:t>
            </a:r>
            <a:r>
              <a:rPr lang="en-US" dirty="0" err="1"/>
              <a:t>parametri</a:t>
            </a:r>
            <a:r>
              <a:rPr lang="en-US" dirty="0"/>
              <a:t> </a:t>
            </a:r>
            <a:r>
              <a:rPr lang="en-US" dirty="0" err="1"/>
              <a:t>fname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curl --location 'localhost:8080/</a:t>
            </a:r>
            <a:r>
              <a:rPr lang="en-US" dirty="0" err="1"/>
              <a:t>cleaners?fname</a:t>
            </a:r>
            <a:r>
              <a:rPr lang="en-US" dirty="0"/>
              <a:t>=Milla’</a:t>
            </a:r>
          </a:p>
          <a:p>
            <a:r>
              <a:rPr lang="en-US" dirty="0"/>
              <a:t>2 parametria </a:t>
            </a:r>
            <a:r>
              <a:rPr lang="en-US" dirty="0" err="1"/>
              <a:t>fname</a:t>
            </a:r>
            <a:r>
              <a:rPr lang="en-US" dirty="0"/>
              <a:t>, </a:t>
            </a:r>
            <a:r>
              <a:rPr lang="en-US" dirty="0" err="1"/>
              <a:t>salgrade</a:t>
            </a:r>
            <a:r>
              <a:rPr lang="en-US" dirty="0"/>
              <a:t>:  </a:t>
            </a:r>
          </a:p>
          <a:p>
            <a:pPr lvl="1"/>
            <a:r>
              <a:rPr lang="en-US" dirty="0"/>
              <a:t>curl --location 'localhost:8080/</a:t>
            </a:r>
            <a:r>
              <a:rPr lang="en-US" dirty="0" err="1"/>
              <a:t>cleaners?fname</a:t>
            </a:r>
            <a:r>
              <a:rPr lang="en-US" dirty="0"/>
              <a:t>=</a:t>
            </a:r>
            <a:r>
              <a:rPr lang="en-US" dirty="0" err="1"/>
              <a:t>Milla&amp;salgrade</a:t>
            </a:r>
            <a:r>
              <a:rPr lang="en-US" dirty="0"/>
              <a:t>=1’</a:t>
            </a:r>
          </a:p>
          <a:p>
            <a:r>
              <a:rPr lang="en-US" dirty="0"/>
              <a:t>4 parametria </a:t>
            </a:r>
            <a:r>
              <a:rPr lang="en-US" dirty="0" err="1"/>
              <a:t>fname</a:t>
            </a:r>
            <a:r>
              <a:rPr lang="en-US" dirty="0"/>
              <a:t>, </a:t>
            </a:r>
            <a:r>
              <a:rPr lang="en-US" dirty="0" err="1"/>
              <a:t>lname</a:t>
            </a:r>
            <a:r>
              <a:rPr lang="en-US" dirty="0"/>
              <a:t>, </a:t>
            </a:r>
            <a:r>
              <a:rPr lang="en-US" dirty="0" err="1"/>
              <a:t>salgradem</a:t>
            </a:r>
            <a:r>
              <a:rPr lang="en-US" dirty="0"/>
              <a:t> </a:t>
            </a:r>
            <a:r>
              <a:rPr lang="en-US" dirty="0" err="1"/>
              <a:t>hiredate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curl --location 'localhost:8080/</a:t>
            </a:r>
            <a:r>
              <a:rPr lang="en-US" dirty="0" err="1"/>
              <a:t>cleaners?fname</a:t>
            </a:r>
            <a:r>
              <a:rPr lang="en-US" dirty="0"/>
              <a:t>=</a:t>
            </a:r>
            <a:r>
              <a:rPr lang="en-US" dirty="0" err="1"/>
              <a:t>Milla&amp;salgrade</a:t>
            </a:r>
            <a:r>
              <a:rPr lang="en-US" dirty="0"/>
              <a:t>=1&amp;hire_date=2024-01-01&amp;lname=</a:t>
            </a:r>
            <a:r>
              <a:rPr lang="en-US" dirty="0" err="1"/>
              <a:t>magia</a:t>
            </a:r>
            <a:r>
              <a:rPr lang="en-US" dirty="0"/>
              <a:t>’</a:t>
            </a:r>
          </a:p>
          <a:p>
            <a:r>
              <a:rPr lang="en-US" dirty="0"/>
              <a:t>Huom. Ei case-sensitive, ja </a:t>
            </a:r>
            <a:r>
              <a:rPr lang="en-US" dirty="0" err="1"/>
              <a:t>etsiminen</a:t>
            </a:r>
            <a:r>
              <a:rPr lang="en-US" dirty="0"/>
              <a:t> </a:t>
            </a:r>
            <a:r>
              <a:rPr lang="en-US" dirty="0" err="1"/>
              <a:t>onnistuu</a:t>
            </a:r>
            <a:r>
              <a:rPr lang="en-US" dirty="0"/>
              <a:t> </a:t>
            </a:r>
            <a:r>
              <a:rPr lang="en-US" dirty="0" err="1"/>
              <a:t>millä</a:t>
            </a:r>
            <a:r>
              <a:rPr lang="en-US" dirty="0"/>
              <a:t> </a:t>
            </a:r>
            <a:r>
              <a:rPr lang="en-US" dirty="0" err="1"/>
              <a:t>tahansa</a:t>
            </a:r>
            <a:r>
              <a:rPr lang="en-US" dirty="0"/>
              <a:t> cleaner-</a:t>
            </a:r>
            <a:r>
              <a:rPr lang="en-US" dirty="0" err="1"/>
              <a:t>taulun</a:t>
            </a:r>
            <a:r>
              <a:rPr lang="en-US" dirty="0"/>
              <a:t> </a:t>
            </a:r>
            <a:r>
              <a:rPr lang="en-US" dirty="0" err="1"/>
              <a:t>arvolla</a:t>
            </a:r>
            <a:endParaRPr lang="en-US" dirty="0"/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D3E2BD0B-0043-BD73-888E-D83C1FC8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682" y="2046501"/>
            <a:ext cx="2705478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1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1CB741-E596-F09C-B9A7-302E881B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Endpoint2 virhesyötteet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9706EF1-EA9D-736A-DCF2-9BEEF1176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4759643"/>
          </a:xfrm>
        </p:spPr>
        <p:txBody>
          <a:bodyPr/>
          <a:lstStyle/>
          <a:p>
            <a:r>
              <a:rPr lang="fi-FI" dirty="0"/>
              <a:t>Virhesyöte sellaisella parametrin sisällöllä, joka ei löydä vastaavuutta taulusta</a:t>
            </a:r>
          </a:p>
          <a:p>
            <a:pPr lvl="1"/>
            <a:r>
              <a:rPr lang="fi-FI" dirty="0" err="1"/>
              <a:t>curl</a:t>
            </a:r>
            <a:r>
              <a:rPr lang="fi-FI" dirty="0"/>
              <a:t> --</a:t>
            </a:r>
            <a:r>
              <a:rPr lang="fi-FI" dirty="0" err="1"/>
              <a:t>location</a:t>
            </a:r>
            <a:r>
              <a:rPr lang="fi-FI" dirty="0"/>
              <a:t> 'localhost:8080/</a:t>
            </a:r>
            <a:r>
              <a:rPr lang="fi-FI" dirty="0" err="1"/>
              <a:t>cleaners?fname</a:t>
            </a:r>
            <a:r>
              <a:rPr lang="fi-FI" dirty="0"/>
              <a:t>=</a:t>
            </a:r>
            <a:r>
              <a:rPr lang="fi-FI" dirty="0" err="1"/>
              <a:t>Milla&amp;salgrade</a:t>
            </a:r>
            <a:r>
              <a:rPr lang="fi-FI" dirty="0"/>
              <a:t>=2&amp;hire_date=2024-01-01&amp;lname=magia’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/>
              <a:t>Virhesyöte väärä parametri:</a:t>
            </a:r>
          </a:p>
          <a:p>
            <a:pPr lvl="1"/>
            <a:r>
              <a:rPr lang="en-US" dirty="0"/>
              <a:t>curl --location 'localhost:8080/</a:t>
            </a:r>
            <a:r>
              <a:rPr lang="en-US" dirty="0" err="1"/>
              <a:t>cleaners?fname</a:t>
            </a:r>
            <a:r>
              <a:rPr lang="en-US" dirty="0"/>
              <a:t>=</a:t>
            </a:r>
            <a:r>
              <a:rPr lang="en-US" dirty="0" err="1"/>
              <a:t>Milla&amp;sal</a:t>
            </a:r>
            <a:r>
              <a:rPr lang="en-US" dirty="0"/>
              <a:t>=1000’</a:t>
            </a:r>
          </a:p>
          <a:p>
            <a:pPr lvl="1"/>
            <a:endParaRPr lang="fi-FI" dirty="0"/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EAED2EC3-EC62-7D25-C0A7-99263C2C3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363" y="3335114"/>
            <a:ext cx="6611273" cy="924054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EA3CB3B7-B6C2-10F6-5938-CDD687CA8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20" y="5864096"/>
            <a:ext cx="3791479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7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ADD3396-2E8B-BF69-73CC-3B8B8E2A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Testaus Endpoint3: </a:t>
            </a:r>
            <a:r>
              <a:rPr lang="fi-FI" dirty="0" err="1"/>
              <a:t>create</a:t>
            </a:r>
            <a:r>
              <a:rPr lang="fi-FI" dirty="0"/>
              <a:t> a </a:t>
            </a:r>
            <a:r>
              <a:rPr lang="fi-FI" dirty="0" err="1"/>
              <a:t>cleaner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1E185E0-6EB6-2F55-3254-8EA53850E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89" y="1417321"/>
            <a:ext cx="10515600" cy="5272608"/>
          </a:xfrm>
        </p:spPr>
        <p:txBody>
          <a:bodyPr>
            <a:normAutofit/>
          </a:bodyPr>
          <a:lstStyle/>
          <a:p>
            <a:r>
              <a:rPr lang="fi-FI" dirty="0"/>
              <a:t>Luodaan uusi siivoaja. Vaatii kaikki </a:t>
            </a:r>
            <a:r>
              <a:rPr lang="fi-FI" dirty="0" err="1"/>
              <a:t>cleaner</a:t>
            </a:r>
            <a:r>
              <a:rPr lang="fi-FI" dirty="0"/>
              <a:t> taulun parametrit</a:t>
            </a:r>
          </a:p>
          <a:p>
            <a:pPr lvl="1"/>
            <a:r>
              <a:rPr lang="fi-FI" dirty="0" err="1"/>
              <a:t>curl</a:t>
            </a:r>
            <a:r>
              <a:rPr lang="fi-FI" dirty="0"/>
              <a:t> --</a:t>
            </a:r>
            <a:r>
              <a:rPr lang="fi-FI" dirty="0" err="1"/>
              <a:t>location</a:t>
            </a:r>
            <a:r>
              <a:rPr lang="fi-FI" dirty="0"/>
              <a:t> 'localhost:8080/</a:t>
            </a:r>
            <a:r>
              <a:rPr lang="fi-FI" dirty="0" err="1"/>
              <a:t>cleaners?fname</a:t>
            </a:r>
            <a:r>
              <a:rPr lang="fi-FI" dirty="0"/>
              <a:t>=</a:t>
            </a:r>
            <a:r>
              <a:rPr lang="fi-FI" dirty="0" err="1"/>
              <a:t>seppo&amp;lname</a:t>
            </a:r>
            <a:r>
              <a:rPr lang="fi-FI" dirty="0"/>
              <a:t>=</a:t>
            </a:r>
            <a:r>
              <a:rPr lang="fi-FI" dirty="0" err="1"/>
              <a:t>Taalasmaa&amp;salgrade</a:t>
            </a:r>
            <a:r>
              <a:rPr lang="fi-FI" dirty="0"/>
              <a:t>=1&amp;hire_date=2025-03-27’ \ --</a:t>
            </a:r>
            <a:r>
              <a:rPr lang="fi-FI" dirty="0" err="1"/>
              <a:t>header</a:t>
            </a:r>
            <a:r>
              <a:rPr lang="fi-FI" dirty="0"/>
              <a:t> 'Content-</a:t>
            </a:r>
            <a:r>
              <a:rPr lang="fi-FI" dirty="0" err="1"/>
              <a:t>Type</a:t>
            </a:r>
            <a:r>
              <a:rPr lang="fi-FI" dirty="0"/>
              <a:t>: </a:t>
            </a:r>
            <a:r>
              <a:rPr lang="fi-FI" dirty="0" err="1"/>
              <a:t>application</a:t>
            </a:r>
            <a:r>
              <a:rPr lang="fi-FI" dirty="0"/>
              <a:t>/</a:t>
            </a:r>
            <a:r>
              <a:rPr lang="fi-FI" dirty="0" err="1"/>
              <a:t>json</a:t>
            </a:r>
            <a:r>
              <a:rPr lang="fi-FI" dirty="0"/>
              <a:t>’ \	--data '{"</a:t>
            </a:r>
            <a:r>
              <a:rPr lang="fi-FI" dirty="0" err="1"/>
              <a:t>fname</a:t>
            </a:r>
            <a:r>
              <a:rPr lang="fi-FI" dirty="0"/>
              <a:t>": "Seppo", "</a:t>
            </a:r>
            <a:r>
              <a:rPr lang="fi-FI" dirty="0" err="1"/>
              <a:t>lname</a:t>
            </a:r>
            <a:r>
              <a:rPr lang="fi-FI" dirty="0"/>
              <a:t>": "</a:t>
            </a:r>
            <a:r>
              <a:rPr lang="fi-FI" dirty="0" err="1"/>
              <a:t>Taalasmaa</a:t>
            </a:r>
            <a:r>
              <a:rPr lang="fi-FI" dirty="0"/>
              <a:t>", "</a:t>
            </a:r>
            <a:r>
              <a:rPr lang="fi-FI" dirty="0" err="1"/>
              <a:t>salgrade</a:t>
            </a:r>
            <a:r>
              <a:rPr lang="fi-FI" dirty="0"/>
              <a:t>": 1, "</a:t>
            </a:r>
            <a:r>
              <a:rPr lang="fi-FI" dirty="0" err="1"/>
              <a:t>hire_date</a:t>
            </a:r>
            <a:r>
              <a:rPr lang="fi-FI" dirty="0"/>
              <a:t>": "2025-27-03"}’</a:t>
            </a:r>
          </a:p>
          <a:p>
            <a:pPr lvl="1"/>
            <a:endParaRPr lang="fi-FI" dirty="0"/>
          </a:p>
          <a:p>
            <a:pPr lvl="1"/>
            <a:endParaRPr lang="fi-FI" dirty="0"/>
          </a:p>
          <a:p>
            <a:endParaRPr lang="fi-FI" dirty="0"/>
          </a:p>
          <a:p>
            <a:endParaRPr lang="fi-FI" dirty="0"/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421BEABB-262F-8CB9-212B-10EB530D1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982" y="3934365"/>
            <a:ext cx="4895418" cy="214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28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813178E-5438-FC0C-3D25-9ECB7F337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Endpoint3 virhesyötteet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352C34F-564A-64A9-EA51-C29C09AD8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VAJAVAINEN CURL: curl --location --request POST 'localhost:8080/</a:t>
            </a:r>
            <a:r>
              <a:rPr lang="en-US" dirty="0" err="1"/>
              <a:t>cleaners?fname</a:t>
            </a:r>
            <a:r>
              <a:rPr lang="en-US" dirty="0"/>
              <a:t>=</a:t>
            </a:r>
            <a:r>
              <a:rPr lang="en-US" dirty="0" err="1"/>
              <a:t>seppo&amp;lname</a:t>
            </a:r>
            <a:r>
              <a:rPr lang="en-US" dirty="0"/>
              <a:t>=</a:t>
            </a:r>
            <a:r>
              <a:rPr lang="en-US" dirty="0" err="1"/>
              <a:t>Taalasmaa</a:t>
            </a:r>
            <a:r>
              <a:rPr lang="en-US" dirty="0"/>
              <a:t>’</a:t>
            </a:r>
            <a:endParaRPr lang="fi-FI" dirty="0"/>
          </a:p>
          <a:p>
            <a:pPr marL="0" indent="0">
              <a:buNone/>
            </a:pPr>
            <a:endParaRPr lang="fi-FI" dirty="0"/>
          </a:p>
          <a:p>
            <a:endParaRPr lang="fi-FI" dirty="0"/>
          </a:p>
          <a:p>
            <a:r>
              <a:rPr lang="fi-FI" dirty="0"/>
              <a:t>VÄÄRIÄ PARAMETREJA</a:t>
            </a:r>
          </a:p>
          <a:p>
            <a:pPr lvl="1"/>
            <a:r>
              <a:rPr lang="fi-FI" dirty="0" err="1"/>
              <a:t>curl</a:t>
            </a:r>
            <a:r>
              <a:rPr lang="fi-FI" dirty="0"/>
              <a:t> --</a:t>
            </a:r>
            <a:r>
              <a:rPr lang="fi-FI" dirty="0" err="1"/>
              <a:t>location</a:t>
            </a:r>
            <a:r>
              <a:rPr lang="fi-FI" dirty="0"/>
              <a:t> 'localhost:8080/</a:t>
            </a:r>
            <a:r>
              <a:rPr lang="fi-FI" dirty="0" err="1"/>
              <a:t>cleaners?fname</a:t>
            </a:r>
            <a:r>
              <a:rPr lang="fi-FI" dirty="0"/>
              <a:t>=</a:t>
            </a:r>
            <a:r>
              <a:rPr lang="fi-FI" dirty="0" err="1"/>
              <a:t>seppo&amp;lname</a:t>
            </a:r>
            <a:r>
              <a:rPr lang="fi-FI" dirty="0"/>
              <a:t>=</a:t>
            </a:r>
            <a:r>
              <a:rPr lang="fi-FI" dirty="0" err="1"/>
              <a:t>Taalasmaa&amp;salgrade</a:t>
            </a:r>
            <a:r>
              <a:rPr lang="fi-FI" dirty="0"/>
              <a:t>=1&amp;hire_date=2025-03-27' \--</a:t>
            </a:r>
            <a:r>
              <a:rPr lang="fi-FI" dirty="0" err="1"/>
              <a:t>header</a:t>
            </a:r>
            <a:r>
              <a:rPr lang="fi-FI" dirty="0"/>
              <a:t> 'Content-</a:t>
            </a:r>
            <a:r>
              <a:rPr lang="fi-FI" dirty="0" err="1"/>
              <a:t>Type</a:t>
            </a:r>
            <a:r>
              <a:rPr lang="fi-FI" dirty="0"/>
              <a:t>: </a:t>
            </a:r>
            <a:r>
              <a:rPr lang="fi-FI" dirty="0" err="1"/>
              <a:t>application</a:t>
            </a:r>
            <a:r>
              <a:rPr lang="fi-FI" dirty="0"/>
              <a:t>/</a:t>
            </a:r>
            <a:r>
              <a:rPr lang="fi-FI" dirty="0" err="1"/>
              <a:t>json</a:t>
            </a:r>
            <a:r>
              <a:rPr lang="fi-FI" dirty="0"/>
              <a:t>' \--data '{"</a:t>
            </a:r>
            <a:r>
              <a:rPr lang="fi-FI" dirty="0" err="1"/>
              <a:t>fname</a:t>
            </a:r>
            <a:r>
              <a:rPr lang="fi-FI" dirty="0"/>
              <a:t>": "Maija", "</a:t>
            </a:r>
            <a:r>
              <a:rPr lang="fi-FI" dirty="0" err="1"/>
              <a:t>lname</a:t>
            </a:r>
            <a:r>
              <a:rPr lang="fi-FI" dirty="0"/>
              <a:t>": "</a:t>
            </a:r>
            <a:r>
              <a:rPr lang="fi-FI" dirty="0" err="1"/>
              <a:t>Taalasmaa</a:t>
            </a:r>
            <a:r>
              <a:rPr lang="fi-FI" dirty="0"/>
              <a:t>", "</a:t>
            </a:r>
            <a:r>
              <a:rPr lang="fi-FI" dirty="0" err="1"/>
              <a:t>salgrade</a:t>
            </a:r>
            <a:r>
              <a:rPr lang="fi-FI" dirty="0"/>
              <a:t>": 1, "</a:t>
            </a:r>
            <a:r>
              <a:rPr lang="fi-FI" dirty="0" err="1"/>
              <a:t>hire_date</a:t>
            </a:r>
            <a:r>
              <a:rPr lang="fi-FI" dirty="0"/>
              <a:t>": "2025-27-03", "</a:t>
            </a:r>
            <a:r>
              <a:rPr lang="fi-FI" dirty="0" err="1"/>
              <a:t>sal</a:t>
            </a:r>
            <a:r>
              <a:rPr lang="fi-FI" dirty="0"/>
              <a:t>": 1000}’</a:t>
            </a:r>
          </a:p>
          <a:p>
            <a:pPr lvl="1"/>
            <a:endParaRPr lang="fi-FI" dirty="0"/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6217FCF7-7C84-5432-7C27-0A5BD8B90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771" y="2905052"/>
            <a:ext cx="3458058" cy="523948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697BFEEA-FAAA-1AD9-43C4-9E58FB80D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011" y="5719699"/>
            <a:ext cx="3258005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31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5B79553-EA6B-FF64-1DF9-52B28A384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Testaus endpoint4 </a:t>
            </a:r>
            <a:r>
              <a:rPr lang="fi-FI" dirty="0" err="1"/>
              <a:t>update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B9F3D92-D36D-0797-57F4-7F15141D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Päivittää siivoojan palkan id mukaan, vaaditut/sallitut parametrit id ja </a:t>
            </a:r>
            <a:r>
              <a:rPr lang="fi-FI" dirty="0" err="1"/>
              <a:t>salgrade</a:t>
            </a:r>
            <a:endParaRPr lang="fi-FI" dirty="0"/>
          </a:p>
          <a:p>
            <a:pPr lvl="1"/>
            <a:r>
              <a:rPr lang="fi-FI" dirty="0" err="1"/>
              <a:t>curl</a:t>
            </a:r>
            <a:r>
              <a:rPr lang="fi-FI" dirty="0"/>
              <a:t> --</a:t>
            </a:r>
            <a:r>
              <a:rPr lang="fi-FI" dirty="0" err="1"/>
              <a:t>location</a:t>
            </a:r>
            <a:r>
              <a:rPr lang="fi-FI" dirty="0"/>
              <a:t> --</a:t>
            </a:r>
            <a:r>
              <a:rPr lang="fi-FI" dirty="0" err="1"/>
              <a:t>request</a:t>
            </a:r>
            <a:r>
              <a:rPr lang="fi-FI" dirty="0"/>
              <a:t> PUT 'localhost:8080/</a:t>
            </a:r>
            <a:r>
              <a:rPr lang="fi-FI" dirty="0" err="1"/>
              <a:t>cleaners</a:t>
            </a:r>
            <a:r>
              <a:rPr lang="fi-FI" dirty="0"/>
              <a:t>/2?salgrade=2' \--</a:t>
            </a:r>
            <a:r>
              <a:rPr lang="fi-FI" dirty="0" err="1"/>
              <a:t>header</a:t>
            </a:r>
            <a:r>
              <a:rPr lang="fi-FI" dirty="0"/>
              <a:t> 'Content-</a:t>
            </a:r>
            <a:r>
              <a:rPr lang="fi-FI" dirty="0" err="1"/>
              <a:t>Type</a:t>
            </a:r>
            <a:r>
              <a:rPr lang="fi-FI" dirty="0"/>
              <a:t>: </a:t>
            </a:r>
            <a:r>
              <a:rPr lang="fi-FI" dirty="0" err="1"/>
              <a:t>application</a:t>
            </a:r>
            <a:r>
              <a:rPr lang="fi-FI" dirty="0"/>
              <a:t>/</a:t>
            </a:r>
            <a:r>
              <a:rPr lang="fi-FI" dirty="0" err="1"/>
              <a:t>json</a:t>
            </a:r>
            <a:r>
              <a:rPr lang="fi-FI" dirty="0"/>
              <a:t>' \--data '{"</a:t>
            </a:r>
            <a:r>
              <a:rPr lang="fi-FI" dirty="0" err="1"/>
              <a:t>salgrade</a:t>
            </a:r>
            <a:r>
              <a:rPr lang="fi-FI" dirty="0"/>
              <a:t>": 2}’</a:t>
            </a:r>
          </a:p>
          <a:p>
            <a:pPr lvl="1"/>
            <a:endParaRPr lang="fi-FI" dirty="0"/>
          </a:p>
          <a:p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4380CC47-5074-EF03-9E72-6ACE89C9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605" y="3676578"/>
            <a:ext cx="3115110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80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EF99F54-2783-B4B1-26D5-0E5C0401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Testaus: </a:t>
            </a:r>
            <a:r>
              <a:rPr lang="fi-FI" dirty="0" err="1"/>
              <a:t>delete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50D3452-C463-0249-15B8-0A283694F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Poistaa </a:t>
            </a:r>
            <a:r>
              <a:rPr lang="fi-FI" dirty="0" err="1"/>
              <a:t>lokaation</a:t>
            </a:r>
            <a:r>
              <a:rPr lang="fi-FI" dirty="0"/>
              <a:t> nimen mukaan</a:t>
            </a:r>
          </a:p>
          <a:p>
            <a:pPr lvl="1"/>
            <a:r>
              <a:rPr lang="fi-FI" dirty="0" err="1"/>
              <a:t>curl</a:t>
            </a:r>
            <a:r>
              <a:rPr lang="fi-FI" dirty="0"/>
              <a:t> --</a:t>
            </a:r>
            <a:r>
              <a:rPr lang="fi-FI" dirty="0" err="1"/>
              <a:t>location</a:t>
            </a:r>
            <a:r>
              <a:rPr lang="fi-FI" dirty="0"/>
              <a:t> --</a:t>
            </a:r>
            <a:r>
              <a:rPr lang="fi-FI" dirty="0" err="1"/>
              <a:t>request</a:t>
            </a:r>
            <a:r>
              <a:rPr lang="fi-FI" dirty="0"/>
              <a:t> DELETE 'localhost:8080/</a:t>
            </a:r>
            <a:r>
              <a:rPr lang="fi-FI" dirty="0" err="1"/>
              <a:t>locations</a:t>
            </a:r>
            <a:r>
              <a:rPr lang="fi-FI" dirty="0"/>
              <a:t>/koti’</a:t>
            </a:r>
          </a:p>
          <a:p>
            <a:pPr lvl="1"/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7A1476E4-6CFF-3407-1A43-DDCE43B31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909" y="2943871"/>
            <a:ext cx="2800741" cy="1057423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DE24F375-C7F9-A9CD-F9AA-56496565E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909" y="4290749"/>
            <a:ext cx="5039428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43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E0F1170-53EE-62A7-0F67-B3E4C34A3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Error</a:t>
            </a:r>
            <a:r>
              <a:rPr lang="fi-FI" dirty="0"/>
              <a:t> </a:t>
            </a:r>
            <a:r>
              <a:rPr lang="fi-FI" dirty="0" err="1"/>
              <a:t>handling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89F5A34-66D7-F7D3-823C-2923CC83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Jokaisen </a:t>
            </a:r>
            <a:r>
              <a:rPr lang="fi-FI" dirty="0" err="1"/>
              <a:t>endpointin</a:t>
            </a:r>
            <a:r>
              <a:rPr lang="fi-FI" dirty="0"/>
              <a:t> aikana tehdään virheiden käsittelyä ja niihin vastataan sopivalla statuskoodilla, jotka on määritelty nimellä koodin alussa</a:t>
            </a:r>
          </a:p>
          <a:p>
            <a:r>
              <a:rPr lang="fi-FI" dirty="0"/>
              <a:t>Tämän lisäksi </a:t>
            </a:r>
            <a:r>
              <a:rPr lang="fi-FI" dirty="0" err="1"/>
              <a:t>app.use</a:t>
            </a:r>
            <a:r>
              <a:rPr lang="fi-FI" dirty="0"/>
              <a:t> käsittelee tuntemattomat </a:t>
            </a:r>
            <a:r>
              <a:rPr lang="fi-FI" dirty="0" err="1"/>
              <a:t>endpointit</a:t>
            </a:r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8D972CC1-2FCC-EC13-12AB-76F3001FE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12" y="4147074"/>
            <a:ext cx="4058216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96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B812CF7-7862-B06E-D993-EB502B9E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summary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CF5113A-AF68-90C5-F2B6-D9B644F08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Projekti oli onnistunut</a:t>
            </a:r>
          </a:p>
          <a:p>
            <a:r>
              <a:rPr lang="fi-FI" dirty="0"/>
              <a:t>Haasteista selvittiin ja koodi kehittyi tehtävän mukana esim. testausvaiheessa huomattiin vajavaisuutta koodissa</a:t>
            </a:r>
          </a:p>
        </p:txBody>
      </p:sp>
    </p:spTree>
    <p:extLst>
      <p:ext uri="{BB962C8B-B14F-4D97-AF65-F5344CB8AC3E}">
        <p14:creationId xmlns:p14="http://schemas.microsoft.com/office/powerpoint/2010/main" val="1905088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2733</TotalTime>
  <Words>946</Words>
  <Application>Microsoft Office PowerPoint</Application>
  <PresentationFormat>Laajakuva</PresentationFormat>
  <Paragraphs>111</Paragraphs>
  <Slides>18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Office-teema</vt:lpstr>
      <vt:lpstr>Apiprojekti</vt:lpstr>
      <vt:lpstr>Yleiskatsaus</vt:lpstr>
      <vt:lpstr>Aikataulu</vt:lpstr>
      <vt:lpstr>Teknologiat</vt:lpstr>
      <vt:lpstr>Haasteet</vt:lpstr>
      <vt:lpstr>CRUD: READ</vt:lpstr>
      <vt:lpstr>CRUD: CREATE</vt:lpstr>
      <vt:lpstr>CRUD: UPDATE </vt:lpstr>
      <vt:lpstr>CRUD: DELETE</vt:lpstr>
      <vt:lpstr>Testaus:  ENDPOINT1 read by id</vt:lpstr>
      <vt:lpstr>TESTAUS endpoint2: get ja useampi parametri</vt:lpstr>
      <vt:lpstr>Endpoint2 virhesyötteet</vt:lpstr>
      <vt:lpstr>Testaus Endpoint3: create a cleaner</vt:lpstr>
      <vt:lpstr>Endpoint3 virhesyötteet</vt:lpstr>
      <vt:lpstr>Testaus endpoint4 update</vt:lpstr>
      <vt:lpstr>Testaus: delete</vt:lpstr>
      <vt:lpstr>Error handling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Emmi Luokkakallio</dc:creator>
  <cp:lastModifiedBy>Emmi Luokkakallio</cp:lastModifiedBy>
  <cp:revision>3</cp:revision>
  <dcterms:created xsi:type="dcterms:W3CDTF">2025-03-25T09:32:49Z</dcterms:created>
  <dcterms:modified xsi:type="dcterms:W3CDTF">2025-03-27T07:06:11Z</dcterms:modified>
</cp:coreProperties>
</file>